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fcfcaf52a740fd" /><Relationship Type="http://schemas.openxmlformats.org/officeDocument/2006/relationships/extended-properties" Target="/docProps/app.xml" Id="R8b9adacfa8774261" /><Relationship Type="http://schemas.openxmlformats.org/officeDocument/2006/relationships/officeDocument" Target="/ppt/presentation.xml" Id="R2464160d922c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fd4cd083c743ba"/>
  </p:sldMasterIdLst>
  <p:notesMasterIdLst>
    <p:notesMasterId xmlns:r="http://schemas.openxmlformats.org/officeDocument/2006/relationships" r:id="R989cda4071004f68"/>
  </p:notesMasterIdLst>
  <p:sldIdLst>
    <p:sldId xmlns:r="http://schemas.openxmlformats.org/officeDocument/2006/relationships" id="256" r:id="R8ec7b61add5d49ac"/>
    <p:sldId xmlns:r="http://schemas.openxmlformats.org/officeDocument/2006/relationships" id="257" r:id="Rdd5b7c262e4148f6"/>
    <p:sldId xmlns:r="http://schemas.openxmlformats.org/officeDocument/2006/relationships" id="258" r:id="R4731be1f16554719"/>
    <p:sldId xmlns:r="http://schemas.openxmlformats.org/officeDocument/2006/relationships" id="259" r:id="R19b873041b294e24"/>
    <p:sldId xmlns:r="http://schemas.openxmlformats.org/officeDocument/2006/relationships" id="260" r:id="R27e8e521e1eb4541"/>
    <p:sldId xmlns:r="http://schemas.openxmlformats.org/officeDocument/2006/relationships" id="261" r:id="R8f4e2e0575d049e0"/>
    <p:sldId xmlns:r="http://schemas.openxmlformats.org/officeDocument/2006/relationships" id="262" r:id="Re41cc82eabb044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147f2458e54548" /><Relationship Type="http://schemas.openxmlformats.org/officeDocument/2006/relationships/slideMaster" Target="/ppt/slideMasters/slideMaster1.xml" Id="Re0fd4cd083c743ba" /><Relationship Type="http://schemas.openxmlformats.org/officeDocument/2006/relationships/notesMaster" Target="/ppt/notesMasters/notesMaster1.xml" Id="R989cda4071004f68" /><Relationship Type="http://schemas.openxmlformats.org/officeDocument/2006/relationships/presProps" Target="/ppt/presProps.xml" Id="R7bd1ce06c90b4850" /><Relationship Type="http://schemas.openxmlformats.org/officeDocument/2006/relationships/tableStyles" Target="/ppt/tableStyles.xml" Id="Rc07fc0cd39ba4608" /><Relationship Type="http://schemas.openxmlformats.org/officeDocument/2006/relationships/slide" Target="/ppt/slides/slide1.xml" Id="R8ec7b61add5d49ac" /><Relationship Type="http://schemas.openxmlformats.org/officeDocument/2006/relationships/slide" Target="/ppt/slides/slide2.xml" Id="Rdd5b7c262e4148f6" /><Relationship Type="http://schemas.openxmlformats.org/officeDocument/2006/relationships/slide" Target="/ppt/slides/slide3.xml" Id="R4731be1f16554719" /><Relationship Type="http://schemas.openxmlformats.org/officeDocument/2006/relationships/slide" Target="/ppt/slides/slide4.xml" Id="R19b873041b294e24" /><Relationship Type="http://schemas.openxmlformats.org/officeDocument/2006/relationships/slide" Target="/ppt/slides/slide5.xml" Id="R27e8e521e1eb4541" /><Relationship Type="http://schemas.openxmlformats.org/officeDocument/2006/relationships/slide" Target="/ppt/slides/slide6.xml" Id="R8f4e2e0575d049e0" /><Relationship Type="http://schemas.openxmlformats.org/officeDocument/2006/relationships/slide" Target="/ppt/slides/slide7.xml" Id="Re41cc82eabb044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d4785b54c8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d57755baab44ef" /><Relationship Type="http://schemas.openxmlformats.org/officeDocument/2006/relationships/notesMaster" Target="/ppt/notesMasters/notesMaster1.xml" Id="R54dca22d0a2b4f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5d10cee4f3409a" /><Relationship Type="http://schemas.openxmlformats.org/officeDocument/2006/relationships/notesMaster" Target="/ppt/notesMasters/notesMaster1.xml" Id="R4a098236d19f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a5598e828a49d6" /><Relationship Type="http://schemas.openxmlformats.org/officeDocument/2006/relationships/notesMaster" Target="/ppt/notesMasters/notesMaster1.xml" Id="Rfccc1d0ac42941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23afac18744d49" /><Relationship Type="http://schemas.openxmlformats.org/officeDocument/2006/relationships/notesMaster" Target="/ppt/notesMasters/notesMaster1.xml" Id="Rd6384d9ec89249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756519c46b4b3f" /><Relationship Type="http://schemas.openxmlformats.org/officeDocument/2006/relationships/notesMaster" Target="/ppt/notesMasters/notesMaster1.xml" Id="R348b15a3c58943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fafd676934a45" /><Relationship Type="http://schemas.openxmlformats.org/officeDocument/2006/relationships/notesMaster" Target="/ppt/notesMasters/notesMaster1.xml" Id="R719a3349857e44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18b805290f4f0a" /><Relationship Type="http://schemas.openxmlformats.org/officeDocument/2006/relationships/notesMaster" Target="/ppt/notesMasters/notesMaster1.xml" Id="Rc66bceee289b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project summary. All cohort and outcome data described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project summary. All cohort and outcome data described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project summary. All cohort and outcome data described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project summary. All cohort and outcome data described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project summary. All cohort and outcome data described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project summary. All cohort and outcome data described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project summary. All cohort and outcome data described here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ad157449647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8aff945e0643bc" /><Relationship Type="http://schemas.openxmlformats.org/officeDocument/2006/relationships/slideLayout" Target="/ppt/slideLayouts/slideLayout1.xml" Id="Rd6af01a037414f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af01a037414f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3cd86eb714f57" /><Relationship Type="http://schemas.openxmlformats.org/officeDocument/2006/relationships/notesSlide" Target="/ppt/notesSlides/notesSlide1.xml" Id="R4f6eb63f27d44e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e29014b3d441d" /><Relationship Type="http://schemas.openxmlformats.org/officeDocument/2006/relationships/notesSlide" Target="/ppt/notesSlides/notesSlide2.xml" Id="Ra45205df2dc747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3a4eac6314279" /><Relationship Type="http://schemas.openxmlformats.org/officeDocument/2006/relationships/notesSlide" Target="/ppt/notesSlides/notesSlide3.xml" Id="R545d1b1e6730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e0e09f7984c52" /><Relationship Type="http://schemas.openxmlformats.org/officeDocument/2006/relationships/notesSlide" Target="/ppt/notesSlides/notesSlide4.xml" Id="Rdf5599972fc7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2d7d43db04a1f" /><Relationship Type="http://schemas.openxmlformats.org/officeDocument/2006/relationships/notesSlide" Target="/ppt/notesSlides/notesSlide5.xml" Id="Rf1fe1bee336041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749df34e1488a" /><Relationship Type="http://schemas.openxmlformats.org/officeDocument/2006/relationships/notesSlide" Target="/ppt/notesSlides/notesSlide6.xml" Id="R474b5a1cd11e42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b848b6da6454b" /><Relationship Type="http://schemas.openxmlformats.org/officeDocument/2006/relationships/notesSlide" Target="/ppt/notesSlides/notesSlide7.xml" Id="Raac3a6dfd6c3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6BBC5-7E38-4B45-B3FE-A7B70CD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A38"/>
                </a:solidFill>
                <a:latin typeface="Arial"/>
                <a:ea typeface="Arial"/>
                <a:cs typeface="Arial"/>
              </a:rPr>
              <a:t>CardioTwin India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A9A33-3EB3-4301-AC9F-963509F8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19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Digital Twin Challenge 2026 · Phase 1</a:t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Option B: hypertension and cardiovascular risk</a:t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TEAM_NAME · COLLEGE_NAME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72321-1C50-47B4-B10D-4DA932F0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775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92584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9D23F-10EA-4E3F-84B8-7120099F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A38"/>
                </a:solidFill>
                <a:latin typeface="Arial"/>
                <a:ea typeface="Arial"/>
                <a:cs typeface="Arial"/>
              </a:rPr>
              <a:t>Healthcare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F8C08-CA6A-4E57-9F5C-B99BA76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19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Explore a 7-day warning signal for hypertensive and high-risk adults in India.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Combine a synthetic EHR profile with recent wearable trends.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Research prototype only. It does not diagnose or predict real clinical events.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46F92-DB3B-4360-A757-20C4F6C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775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8706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43A38-98A4-4E83-BF3E-2DC8F5A7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A38"/>
                </a:solidFill>
                <a:latin typeface="Arial"/>
                <a:ea typeface="Arial"/>
                <a:cs typeface="Arial"/>
              </a:rPr>
              <a:t>Synthetic data and proxy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54A2F-F22D-49A2-946C-10F07DDC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19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Synthetic EHR: age, sex, BMI, diagnoses, blood pressure, labs and medication.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Synthetic wearable stream: hourly heart rate, HRV, sleep stage, steps and optional BP over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A transparent heuristic creates next-week proxy labels. No real patient information is included.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B37C5-A621-4384-9B2E-DBE37505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775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326663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5F9B7-E574-4B3F-855C-D6D4815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A38"/>
                </a:solidFill>
                <a:latin typeface="Arial"/>
                <a:ea typeface="Arial"/>
                <a:cs typeface="Arial"/>
              </a:rPr>
              <a:t>Model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12886-B824-4D59-AD4F-222475E7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19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Baseline: logistic regression on static and weekly aggregated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Hybrid: EHR MLP + wearable 1D CNN and GRU + sigmoid fusion 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Patient-level holdout metrics: AUROC, AUPRC, sensitivity at 10% FPR and Brier score. These describe agreement with the synthetic rule only.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67BB-6B76-45D5-AB9A-5DE004E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775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690377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B7B8F-A72E-40B1-983B-D7C36A4A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A38"/>
                </a:solidFill>
                <a:latin typeface="Arial"/>
                <a:ea typeface="Arial"/>
                <a:cs typeface="Arial"/>
              </a:rPr>
              <a:t>Dashboard and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37067-6CFA-42F3-B660-D9DE853D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19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Score the latest 7-day window and display a configurable alert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Review a 14-day HR, HRV, sleep and steps timeline, summary factors and alert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What-if controls show an illustrative adjustment, not an intervention effect.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A8D2D-4166-4308-8449-D130DF32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775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471376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009E5-677E-4C7F-B361-33F4571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A38"/>
                </a:solidFill>
                <a:latin typeface="Arial"/>
                <a:ea typeface="Arial"/>
                <a:cs typeface="Arial"/>
              </a:rPr>
              <a:t>Limitations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C125F-2D37-490F-BAE0-6B682D6C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19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The label is not an observed event or validated clinical endpoint.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Synthetic patterns do not represent Indian population diversity, device noise or real prevalence.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Next: clinical governance, ethical review, lawful data access, external validation, calibration, subgroup analysis and safety testing.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16198-4174-4A14-8018-56F1634A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775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305189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8FE01-C22C-43B8-AC91-C1D3EE0A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A38"/>
                </a:solidFill>
                <a:latin typeface="Arial"/>
                <a:ea typeface="Arial"/>
                <a:cs typeface="Arial"/>
              </a:rPr>
              <a:t>Demo and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86775-19C8-41D6-AB24-C5577664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19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Demo video: DEMO_VIDEO_LINK (2–5 minutes)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Team: TEAM_NAME</a:t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College/incubator: COLLEGE_NAME</a:t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Contact: CONTACT_EMAIL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63E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E3D"/>
                </a:solidFill>
                <a:latin typeface="Arial"/>
                <a:ea typeface="Arial"/>
                <a:cs typeface="Arial"/>
              </a:rPr>
              <a:t>Apache-2.0 · Synthetic data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D3D9D-9121-4088-900B-AF6631CD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775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848972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2026-10-03T19:23:30.9660000Z</dcterms:created>
  <dcterms:modified xsi:type="dcterms:W3CDTF">2026-10-03T19:23:30.9660000Z</dcterms:modified>
</coreProperties>
</file>